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Right-to-left text</a:t>
            </a:r>
          </a:p>
        </p:txBody>
      </p:sp>
      <p:sp>
        <p:nvSpPr>
          <p:cNvPr id="3" name="TextBox 3"/>
          <p:cNvSpPr/>
          <p:nvPr/>
        </p:nvSpPr>
        <p:spPr>
          <a:xfrm>
            <a:off x="838200" y="1825625"/>
            <a:ext cx="10515600" cy="3048000"/>
          </a:xfrm>
          <a:prstGeom prst="rect">
            <a:avLst/>
          </a:prstGeom>
        </p:spPr>
        <p:txBody>
          <a:bodyPr wrap="square"/>
          <a:lstStyle/>
          <a:p>
            <a:pPr algn="r" rtl="1"/>
            <a:r>
              <a:rPr lang="ar-SA" sz="3600" dirty="0"/>
              <a:t>مرحبا بالعالم</a:t>
            </a:r>
          </a:p>
          <a:p>
            <a:pPr algn="r" rtl="1"/>
            <a:r>
              <a:rPr lang="he-IL" sz="3600" dirty="0"/>
              <a:t>שלום עולם</a:t>
            </a:r>
          </a:p>
          <a:p>
            <a:pPr algn="l"/>
            <a:r>
              <a:rPr lang="en-US" sz="2400" dirty="0"/>
              <a:t>A left-to-right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