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mp4" ContentType="video/mp4"/>
  <Default Extension="m4a" ContentType="audi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lvl1pPr>
      <a:defRPr sz="1800">
        <a:solidFill>
          <a:schemeClr val="tx1"/>
        </a:solidFill>
      </a:defRPr>
    </a:lvl1pPr>
  </p:defaultTextStyle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Bar"/>
          <p:cNvSpPr/>
          <p:nvPr userDrawn="1"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>
          <a:solidFill>
            <a:schemeClr val="tx1"/>
          </a:solidFill>
          <a:latin typeface="+mj-lt"/>
        </a:defRPr>
      </a:lvl1pPr>
    </p:titleStyle>
    <p:bodyStyle>
      <a:lvl1pPr marL="228600" indent="-228600">
        <a:buFont typeface="Arial"/>
        <a:buChar char="•"/>
        <a:defRPr sz="2800">
          <a:solidFill>
            <a:schemeClr val="tx1"/>
          </a:solidFill>
          <a:latin typeface="+mn-lt"/>
        </a:defRPr>
      </a:lvl1pPr>
      <a:lvl2pPr marL="685800" indent="-228600">
        <a:buFont typeface="Arial"/>
        <a:buChar char="•"/>
        <a:defRPr sz="2400">
          <a:solidFill>
            <a:schemeClr val="tx1"/>
          </a:solidFill>
          <a:latin typeface="+mn-lt"/>
        </a:defRPr>
      </a:lvl2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video" Target="../media/clip.mp4"/><Relationship Id="rId3" Type="http://schemas.microsoft.com/office/2007/relationships/media" Target="../media/clip.mp4"/><Relationship Id="rId4" Type="http://schemas.openxmlformats.org/officeDocument/2006/relationships/audio" Target="../media/sound.m4a"/><Relationship Id="rId5" Type="http://schemas.microsoft.com/office/2007/relationships/media" Target="../media/sound.m4a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Placeholder 2"/>
          <p:cNvSpPr/>
          <p:nvPr>
            <p:ph type="title"/>
          </p:nvPr>
        </p:nvSpPr>
        <p:spPr/>
        <p:txBody>
          <a:bodyPr wrap="square"/>
          <a:lstStyle/>
          <a:p>
            <a:r>
              <a:rPr lang="en-US" dirty="0"/>
              <a:t>Video and audio</a:t>
            </a:r>
          </a:p>
        </p:txBody>
      </p:sp>
      <p:pic>
        <p:nvPicPr>
          <p:cNvPr id="3" name="Video 3"/>
          <p:cNvPicPr/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/>
          <a:stretch>
            <a:fillRect/>
          </a:stretch>
        </p:blipFill>
        <p:spPr>
          <a:xfrm>
            <a:off x="838200" y="1825625"/>
            <a:ext cx="5029200" cy="2828925"/>
          </a:xfrm>
          <a:prstGeom prst="rect">
            <a:avLst/>
          </a:prstGeom>
        </p:spPr>
      </p:pic>
      <p:pic>
        <p:nvPicPr>
          <p:cNvPr id="4" name="Audio 4"/>
          <p:cNvPicPr/>
          <p:nvPr>
            <a:audi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/>
          <a:stretch>
            <a:fillRect/>
          </a:stretch>
        </p:blipFill>
        <p:spPr>
          <a:xfrm>
            <a:off x="6324600" y="1825625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ixtur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