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mp4" ContentType="video/mp4"/>
  <Default Extension="m4a" ContentType="audi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4"/>
    <p:sldId id="257" r:id="rId2"/>
    <p:sldId id="258" r:id="rId3"/>
  </p:sldIdLst>
  <p:sldSz cx="12192000" cy="6858000"/>
  <p:notesSz cx="6858000" cy="9144000"/>
  <p:defaultTextStyle>
    <a:lvl1pPr>
      <a:defRPr sz="1800">
        <a:solidFill>
          <a:schemeClr val="tx1"/>
        </a:solidFill>
      </a:defRPr>
    </a:lvl1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layout/>
      <c:barChart>
        <c:barDir val="col"/>
        <c:grouping val="clustered"/>
        <c:ser>
          <c:idx val="0"/>
          <c:order val="0"/>
          <c:spPr>
            <a:solidFill>
              <a:srgbClr val="4472C4"/>
            </a:solidFill>
          </c:spPr>
          <c:val>
            <c:numLit>
              <c:ptCount val="2"/>
              <c:pt idx="0">
                <c:v>3</c:v>
              </c:pt>
              <c:pt idx="1">
                <c:v>5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</c:chart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Bar"/>
          <p:cNvSpPr/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>
          <a:solidFill>
            <a:schemeClr val="tx1"/>
          </a:solidFill>
          <a:latin typeface="+mj-lt"/>
        </a:defRPr>
      </a:lvl1pPr>
    </p:titleStyle>
    <p:bodyStyle>
      <a:lvl1pPr marL="228600" indent="-228600">
        <a:buFont typeface="Arial"/>
        <a:buChar char="•"/>
        <a:defRPr sz="2800">
          <a:solidFill>
            <a:schemeClr val="tx1"/>
          </a:solidFill>
          <a:latin typeface="+mn-lt"/>
        </a:defRPr>
      </a:lvl1pPr>
      <a:lvl2pPr marL="685800" indent="-228600">
        <a:buFont typeface="Arial"/>
        <a:buChar char="•"/>
        <a:defRPr sz="2400">
          <a:solidFill>
            <a:schemeClr val="tx1"/>
          </a:solidFill>
          <a:latin typeface="+mn-lt"/>
        </a:defRPr>
      </a:lvl2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watch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laceholder 2"/>
          <p:cNvSpPr/>
          <p:nvPr>
            <p:ph type="title"/>
          </p:nvPr>
        </p:nvSpPr>
        <p:spPr/>
        <p:txBody>
          <a:bodyPr wrap="square"/>
          <a:lstStyle/>
          <a:p>
            <a:r>
              <a:rPr lang="en-US" dirty="0"/>
              <a:t>Second slide: a picture and a table</a:t>
            </a:r>
          </a:p>
        </p:txBody>
      </p:sp>
      <p:pic>
        <p:nvPicPr>
          <p:cNvPr id="3" name="Picture 3" descr="Two color swatch"/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4800600" cy="2700338"/>
          </a:xfrm>
          <a:prstGeom prst="rect">
            <a:avLst/>
          </a:prstGeom>
        </p:spPr>
      </p:pic>
      <p:graphicFrame>
        <p:nvGraphicFramePr>
          <p:cNvPr id="4" name="Table 4"/>
          <p:cNvGraphicFramePr/>
          <p:nvPr/>
        </p:nvGraphicFramePr>
        <p:xfrm>
          <a:off x="6096000" y="1825625"/>
          <a:ext cx="5257800" cy="1371600"/>
        </p:xfrm>
        <a:graphic>
          <a:graphicData uri="http://schemas.openxmlformats.org/drawingml/2006/table">
            <a:tbl>
              <a:tblPr firstRow="1" bandRow="1"/>
              <a:tblGrid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Revenue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laceholder 2"/>
          <p:cNvSpPr/>
          <p:nvPr>
            <p:ph type="title"/>
          </p:nvPr>
        </p:nvSpPr>
        <p:spPr/>
        <p:txBody>
          <a:bodyPr wrap="square"/>
          <a:lstStyle/>
          <a:p>
            <a:r>
              <a:rPr lang="en-US" dirty="0"/>
              <a:t>Third slide: a chart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laceholder 2"/>
          <p:cNvSpPr/>
          <p:nvPr>
            <p:ph type="title"/>
          </p:nvPr>
        </p:nvSpPr>
        <p:spPr/>
        <p:txBody>
          <a:bodyPr wrap="square"/>
          <a:lstStyle/>
          <a:p>
            <a:r>
              <a:rPr lang="en-US" dirty="0"/>
              <a:t>First slide: a quarterly review</a:t>
            </a:r>
          </a:p>
        </p:txBody>
      </p:sp>
      <p:sp>
        <p:nvSpPr>
          <p:cNvPr id="3" name="TextBox 3"/>
          <p:cNvSpPr/>
          <p:nvPr/>
        </p:nvSpPr>
        <p:spPr>
          <a:xfrm>
            <a:off x="838200" y="22860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2800" dirty="0"/>
              <a:t>Three slides in presentation order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tur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