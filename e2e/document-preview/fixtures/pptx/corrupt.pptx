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mp4" ContentType="video/mp4"/>
  <Default Extension="m4a" ContentType="audi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 standalone="yes"?> <p:presentation xmlns:p="http://schemas.openxmlformats.org/presentationml/2006/main" xmlns:r="http://schemas.openxmlformats.org/officeDocument/2006/relationships"> <p:sldIdLst><p:sldId id="256" r:id="rId2"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Bar"/>
          <p:cNvSpPr/>
          <p:nvPr userDrawn="1"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>
          <a:solidFill>
            <a:schemeClr val="tx1"/>
          </a:solidFill>
          <a:latin typeface="+mj-lt"/>
        </a:defRPr>
      </a:lvl1pPr>
    </p:titleStyle>
    <p:bodyStyle>
      <a:lvl1pPr marL="228600" indent="-228600">
        <a:buFont typeface="Arial"/>
        <a:buChar char="•"/>
        <a:defRPr sz="2800">
          <a:solidFill>
            <a:schemeClr val="tx1"/>
          </a:solidFill>
          <a:latin typeface="+mn-lt"/>
        </a:defRPr>
      </a:lvl1pPr>
      <a:lvl2pPr marL="685800" indent="-228600">
        <a:buFont typeface="Arial"/>
        <a:buChar char="•"/>
        <a:defRPr sz="2400">
          <a:solidFill>
            <a:schemeClr val="tx1"/>
          </a:solidFill>
          <a:latin typeface="+mn-lt"/>
        </a:defRPr>
      </a:lvl2pPr>
    </p:bodyStyle>
    <p:otherStyle>
      <a:lvl1pPr>
        <a:defRPr sz="18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xtur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