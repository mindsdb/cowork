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lvl1pPr>
      <a:defRPr sz="1800">
        <a:solidFill>
          <a:schemeClr val="tx1"/>
        </a:solidFill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TextBox 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" name="TextBox 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" name="TextBox 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" name="TextBox 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" name="TextBox 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" name="TextBox 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" name="TextBox 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" name="TextBox 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" name="TextBox 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" name="TextBox 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" name="TextBox 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" name="TextBox 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" name="TextBox 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" name="TextBox 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" name="TextBox 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" name="TextBox 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" name="TextBox 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" name="TextBox 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" name="TextBox 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" name="TextBox 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" name="TextBox 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" name="TextBox 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" name="TextBox 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" name="TextBox 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" name="TextBox 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" name="TextBox 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" name="TextBox 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" name="TextBox 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" name="TextBox 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" name="TextBox 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" name="TextBox 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" name="TextBox 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" name="TextBox 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" name="TextBox 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" name="TextBox 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" name="TextBox 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" name="TextBox 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" name="TextBox 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" name="TextBox 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" name="TextBox 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" name="TextBox 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" name="TextBox 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" name="TextBox 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" name="TextBox 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" name="TextBox 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" name="TextBox 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" name="TextBox 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" name="TextBox 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" name="TextBox 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" name="TextBox 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" name="TextBox 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" name="TextBox 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" name="TextBox 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" name="TextBox 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" name="TextBox 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" name="TextBox 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" name="TextBox 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" name="TextBox 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" name="TextBox 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" name="TextBox 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" name="TextBox 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" name="TextBox 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" name="TextBox 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" name="TextBox 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" name="TextBox 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" name="TextBox 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" name="TextBox 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" name="TextBox 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" name="TextBox 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" name="TextBox 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" name="TextBox 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" name="TextBox 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" name="TextBox 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" name="TextBox 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" name="TextBox 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" name="TextBox 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" name="TextBox 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" name="TextBox 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" name="TextBox 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" name="TextBox 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" name="TextBox 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" name="TextBox 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" name="TextBox 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" name="TextBox 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" name="TextBox 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" name="TextBox 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" name="TextBox 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" name="TextBox 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" name="TextBox 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" name="TextBox 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" name="TextBox 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" name="TextBox 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" name="TextBox 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" name="TextBox 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" name="TextBox 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" name="TextBox 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0" name="TextBox 1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1" name="TextBox 1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2" name="TextBox 1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3" name="TextBox 1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4" name="TextBox 10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5" name="TextBox 10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6" name="TextBox 10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7" name="TextBox 10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8" name="TextBox 10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9" name="TextBox 10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0" name="TextBox 1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1" name="TextBox 1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2" name="TextBox 1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3" name="TextBox 1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4" name="TextBox 1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5" name="TextBox 1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6" name="TextBox 1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7" name="TextBox 1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8" name="TextBox 1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19" name="TextBox 1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0" name="TextBox 1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1" name="TextBox 1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2" name="TextBox 1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3" name="TextBox 1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4" name="TextBox 1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5" name="TextBox 1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6" name="TextBox 1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7" name="TextBox 1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8" name="TextBox 1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29" name="TextBox 1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0" name="TextBox 1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1" name="TextBox 1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2" name="TextBox 1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3" name="TextBox 1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4" name="TextBox 1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5" name="TextBox 1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6" name="TextBox 1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7" name="TextBox 1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8" name="TextBox 1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39" name="TextBox 1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0" name="TextBox 1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1" name="TextBox 1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2" name="TextBox 1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3" name="TextBox 1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4" name="TextBox 1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5" name="TextBox 1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6" name="TextBox 1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7" name="TextBox 1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8" name="TextBox 1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49" name="TextBox 1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0" name="TextBox 1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1" name="TextBox 1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2" name="TextBox 1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3" name="TextBox 1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4" name="TextBox 1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5" name="TextBox 1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6" name="TextBox 1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7" name="TextBox 1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8" name="TextBox 1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59" name="TextBox 1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0" name="TextBox 1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1" name="TextBox 1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2" name="TextBox 1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3" name="TextBox 1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4" name="TextBox 1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5" name="TextBox 1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6" name="TextBox 1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7" name="TextBox 1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8" name="TextBox 1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69" name="TextBox 1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0" name="TextBox 1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1" name="TextBox 1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2" name="TextBox 1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3" name="TextBox 1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4" name="TextBox 1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5" name="TextBox 1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6" name="TextBox 1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7" name="TextBox 1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8" name="TextBox 1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79" name="TextBox 1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0" name="TextBox 1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1" name="TextBox 1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2" name="TextBox 1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3" name="TextBox 1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4" name="TextBox 1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5" name="TextBox 1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6" name="TextBox 1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7" name="TextBox 1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8" name="TextBox 1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89" name="TextBox 1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0" name="TextBox 1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1" name="TextBox 1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2" name="TextBox 1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3" name="TextBox 1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4" name="TextBox 1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5" name="TextBox 1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6" name="TextBox 1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7" name="TextBox 1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8" name="TextBox 1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99" name="TextBox 1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0" name="TextBox 2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1" name="TextBox 2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2" name="TextBox 2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3" name="TextBox 2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4" name="TextBox 20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5" name="TextBox 20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6" name="TextBox 20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7" name="TextBox 20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8" name="TextBox 20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09" name="TextBox 20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0" name="TextBox 2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1" name="TextBox 2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2" name="TextBox 2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3" name="TextBox 2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4" name="TextBox 2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5" name="TextBox 2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6" name="TextBox 2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7" name="TextBox 2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8" name="TextBox 2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19" name="TextBox 2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0" name="TextBox 2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1" name="TextBox 2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2" name="TextBox 2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3" name="TextBox 2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4" name="TextBox 2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5" name="TextBox 2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6" name="TextBox 2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7" name="TextBox 2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8" name="TextBox 2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29" name="TextBox 2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0" name="TextBox 2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1" name="TextBox 2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2" name="TextBox 2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3" name="TextBox 2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4" name="TextBox 2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5" name="TextBox 2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6" name="TextBox 2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7" name="TextBox 2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8" name="TextBox 2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39" name="TextBox 2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0" name="TextBox 2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1" name="TextBox 2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2" name="TextBox 2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3" name="TextBox 2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4" name="TextBox 2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5" name="TextBox 2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6" name="TextBox 2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7" name="TextBox 2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8" name="TextBox 2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49" name="TextBox 2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0" name="TextBox 2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1" name="TextBox 2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2" name="TextBox 2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3" name="TextBox 2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4" name="TextBox 2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5" name="TextBox 2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6" name="TextBox 2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7" name="TextBox 2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8" name="TextBox 2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59" name="TextBox 2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0" name="TextBox 2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1" name="TextBox 2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2" name="TextBox 2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3" name="TextBox 2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4" name="TextBox 2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5" name="TextBox 2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6" name="TextBox 2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7" name="TextBox 2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8" name="TextBox 2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69" name="TextBox 2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0" name="TextBox 2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1" name="TextBox 2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2" name="TextBox 2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3" name="TextBox 2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4" name="TextBox 2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5" name="TextBox 2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6" name="TextBox 2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7" name="TextBox 2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8" name="TextBox 2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79" name="TextBox 2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0" name="TextBox 2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1" name="TextBox 2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2" name="TextBox 2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3" name="TextBox 2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4" name="TextBox 2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5" name="TextBox 2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6" name="TextBox 2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7" name="TextBox 2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8" name="TextBox 2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89" name="TextBox 2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0" name="TextBox 2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1" name="TextBox 2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2" name="TextBox 2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3" name="TextBox 2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4" name="TextBox 2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5" name="TextBox 2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6" name="TextBox 2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7" name="TextBox 2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8" name="TextBox 2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299" name="TextBox 2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0" name="TextBox 3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1" name="TextBox 3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2" name="TextBox 3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3" name="TextBox 3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4" name="TextBox 30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5" name="TextBox 30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6" name="TextBox 30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7" name="TextBox 30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8" name="TextBox 30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09" name="TextBox 30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0" name="TextBox 3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1" name="TextBox 3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2" name="TextBox 3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3" name="TextBox 3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4" name="TextBox 3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5" name="TextBox 3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6" name="TextBox 3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7" name="TextBox 3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8" name="TextBox 3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19" name="TextBox 3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0" name="TextBox 3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1" name="TextBox 3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2" name="TextBox 3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3" name="TextBox 3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4" name="TextBox 3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5" name="TextBox 3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6" name="TextBox 3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7" name="TextBox 3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8" name="TextBox 3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29" name="TextBox 3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0" name="TextBox 3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1" name="TextBox 3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2" name="TextBox 3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3" name="TextBox 3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4" name="TextBox 3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5" name="TextBox 3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6" name="TextBox 3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7" name="TextBox 3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8" name="TextBox 3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39" name="TextBox 3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0" name="TextBox 3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1" name="TextBox 3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2" name="TextBox 3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3" name="TextBox 3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4" name="TextBox 3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5" name="TextBox 3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6" name="TextBox 3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7" name="TextBox 3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8" name="TextBox 3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49" name="TextBox 3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0" name="TextBox 3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1" name="TextBox 3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2" name="TextBox 3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3" name="TextBox 3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4" name="TextBox 3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5" name="TextBox 3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6" name="TextBox 3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7" name="TextBox 3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8" name="TextBox 3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59" name="TextBox 3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0" name="TextBox 3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1" name="TextBox 3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2" name="TextBox 3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3" name="TextBox 3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4" name="TextBox 3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5" name="TextBox 3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6" name="TextBox 3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7" name="TextBox 3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8" name="TextBox 3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69" name="TextBox 3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0" name="TextBox 3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1" name="TextBox 3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2" name="TextBox 3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3" name="TextBox 3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4" name="TextBox 3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5" name="TextBox 3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6" name="TextBox 3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7" name="TextBox 3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8" name="TextBox 3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79" name="TextBox 3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0" name="TextBox 3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1" name="TextBox 3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2" name="TextBox 3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3" name="TextBox 3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4" name="TextBox 3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5" name="TextBox 3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6" name="TextBox 3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7" name="TextBox 3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8" name="TextBox 3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89" name="TextBox 3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0" name="TextBox 3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1" name="TextBox 3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2" name="TextBox 3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3" name="TextBox 3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4" name="TextBox 3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5" name="TextBox 3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6" name="TextBox 3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7" name="TextBox 3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8" name="TextBox 3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399" name="TextBox 3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0" name="TextBox 4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1" name="TextBox 4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2" name="TextBox 4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3" name="TextBox 4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4" name="TextBox 40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5" name="TextBox 40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6" name="TextBox 40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7" name="TextBox 40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8" name="TextBox 40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09" name="TextBox 40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0" name="TextBox 4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1" name="TextBox 4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2" name="TextBox 4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3" name="TextBox 4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4" name="TextBox 4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5" name="TextBox 4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6" name="TextBox 4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7" name="TextBox 4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8" name="TextBox 4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19" name="TextBox 4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0" name="TextBox 4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1" name="TextBox 4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2" name="TextBox 4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3" name="TextBox 4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4" name="TextBox 4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5" name="TextBox 4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6" name="TextBox 4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7" name="TextBox 4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8" name="TextBox 4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29" name="TextBox 4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0" name="TextBox 4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1" name="TextBox 4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2" name="TextBox 4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3" name="TextBox 4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4" name="TextBox 4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5" name="TextBox 4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6" name="TextBox 4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7" name="TextBox 4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8" name="TextBox 4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39" name="TextBox 4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0" name="TextBox 4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1" name="TextBox 4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2" name="TextBox 4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3" name="TextBox 4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4" name="TextBox 4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5" name="TextBox 4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6" name="TextBox 4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7" name="TextBox 4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8" name="TextBox 4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49" name="TextBox 4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0" name="TextBox 4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1" name="TextBox 4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2" name="TextBox 4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3" name="TextBox 4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4" name="TextBox 4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5" name="TextBox 4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6" name="TextBox 4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7" name="TextBox 4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8" name="TextBox 4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59" name="TextBox 4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0" name="TextBox 4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1" name="TextBox 4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2" name="TextBox 4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3" name="TextBox 4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4" name="TextBox 4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5" name="TextBox 4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6" name="TextBox 4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7" name="TextBox 4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8" name="TextBox 4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69" name="TextBox 4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0" name="TextBox 4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1" name="TextBox 4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2" name="TextBox 4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3" name="TextBox 4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4" name="TextBox 4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5" name="TextBox 4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6" name="TextBox 4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7" name="TextBox 4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8" name="TextBox 4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79" name="TextBox 4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0" name="TextBox 4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1" name="TextBox 4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2" name="TextBox 4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3" name="TextBox 4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4" name="TextBox 4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5" name="TextBox 4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6" name="TextBox 4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7" name="TextBox 4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8" name="TextBox 4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89" name="TextBox 4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0" name="TextBox 4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1" name="TextBox 4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2" name="TextBox 4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3" name="TextBox 4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4" name="TextBox 4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5" name="TextBox 4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6" name="TextBox 4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7" name="TextBox 4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8" name="TextBox 4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499" name="TextBox 4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0" name="TextBox 5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1" name="TextBox 5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2" name="TextBox 5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3" name="TextBox 5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4" name="TextBox 50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5" name="TextBox 50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6" name="TextBox 50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7" name="TextBox 50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8" name="TextBox 50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09" name="TextBox 50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0" name="TextBox 5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1" name="TextBox 5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2" name="TextBox 5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3" name="TextBox 5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4" name="TextBox 5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5" name="TextBox 5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6" name="TextBox 5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7" name="TextBox 5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8" name="TextBox 5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19" name="TextBox 5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0" name="TextBox 5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1" name="TextBox 5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2" name="TextBox 5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3" name="TextBox 5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4" name="TextBox 5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5" name="TextBox 5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6" name="TextBox 5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7" name="TextBox 5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8" name="TextBox 5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29" name="TextBox 5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0" name="TextBox 5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1" name="TextBox 5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2" name="TextBox 5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3" name="TextBox 5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4" name="TextBox 5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5" name="TextBox 5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6" name="TextBox 5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7" name="TextBox 5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8" name="TextBox 5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39" name="TextBox 5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0" name="TextBox 5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1" name="TextBox 5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2" name="TextBox 5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3" name="TextBox 5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4" name="TextBox 5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5" name="TextBox 5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6" name="TextBox 5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7" name="TextBox 5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8" name="TextBox 5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49" name="TextBox 5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0" name="TextBox 5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1" name="TextBox 5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2" name="TextBox 5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3" name="TextBox 5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4" name="TextBox 5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5" name="TextBox 5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6" name="TextBox 5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7" name="TextBox 5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8" name="TextBox 5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59" name="TextBox 5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0" name="TextBox 5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1" name="TextBox 5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2" name="TextBox 5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3" name="TextBox 5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4" name="TextBox 5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5" name="TextBox 5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6" name="TextBox 5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7" name="TextBox 5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8" name="TextBox 5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69" name="TextBox 5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0" name="TextBox 5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1" name="TextBox 5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2" name="TextBox 5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3" name="TextBox 5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4" name="TextBox 5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5" name="TextBox 5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6" name="TextBox 5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7" name="TextBox 5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8" name="TextBox 5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79" name="TextBox 5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0" name="TextBox 5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1" name="TextBox 5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2" name="TextBox 5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3" name="TextBox 5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4" name="TextBox 5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5" name="TextBox 5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6" name="TextBox 5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7" name="TextBox 5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8" name="TextBox 5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89" name="TextBox 5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0" name="TextBox 5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1" name="TextBox 5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2" name="TextBox 5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3" name="TextBox 5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4" name="TextBox 5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5" name="TextBox 5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6" name="TextBox 5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7" name="TextBox 5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8" name="TextBox 5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599" name="TextBox 5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0" name="TextBox 6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1" name="TextBox 6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2" name="TextBox 6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3" name="TextBox 6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4" name="TextBox 60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5" name="TextBox 60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6" name="TextBox 60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7" name="TextBox 60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8" name="TextBox 60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09" name="TextBox 60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0" name="TextBox 6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1" name="TextBox 6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2" name="TextBox 6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3" name="TextBox 6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4" name="TextBox 6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5" name="TextBox 6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6" name="TextBox 6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7" name="TextBox 6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8" name="TextBox 6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19" name="TextBox 6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0" name="TextBox 6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1" name="TextBox 6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2" name="TextBox 6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3" name="TextBox 6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4" name="TextBox 6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5" name="TextBox 6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6" name="TextBox 6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7" name="TextBox 6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8" name="TextBox 6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29" name="TextBox 6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0" name="TextBox 6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1" name="TextBox 6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2" name="TextBox 6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3" name="TextBox 6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4" name="TextBox 6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5" name="TextBox 6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6" name="TextBox 6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7" name="TextBox 6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8" name="TextBox 6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39" name="TextBox 6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0" name="TextBox 6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1" name="TextBox 6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2" name="TextBox 6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3" name="TextBox 6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4" name="TextBox 6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5" name="TextBox 6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6" name="TextBox 6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7" name="TextBox 6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8" name="TextBox 6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49" name="TextBox 6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0" name="TextBox 6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1" name="TextBox 6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2" name="TextBox 6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3" name="TextBox 6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4" name="TextBox 6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5" name="TextBox 6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6" name="TextBox 6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7" name="TextBox 6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8" name="TextBox 6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59" name="TextBox 6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0" name="TextBox 6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1" name="TextBox 6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2" name="TextBox 6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3" name="TextBox 6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4" name="TextBox 6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5" name="TextBox 6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6" name="TextBox 6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7" name="TextBox 6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8" name="TextBox 6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69" name="TextBox 6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0" name="TextBox 6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1" name="TextBox 6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2" name="TextBox 6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3" name="TextBox 6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4" name="TextBox 6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5" name="TextBox 6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6" name="TextBox 6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7" name="TextBox 6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8" name="TextBox 6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79" name="TextBox 6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0" name="TextBox 6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1" name="TextBox 6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2" name="TextBox 6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3" name="TextBox 6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4" name="TextBox 6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5" name="TextBox 6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6" name="TextBox 6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7" name="TextBox 6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8" name="TextBox 6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89" name="TextBox 6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0" name="TextBox 6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1" name="TextBox 6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2" name="TextBox 6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3" name="TextBox 6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4" name="TextBox 6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5" name="TextBox 6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6" name="TextBox 6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7" name="TextBox 6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8" name="TextBox 6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699" name="TextBox 6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0" name="TextBox 7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1" name="TextBox 7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2" name="TextBox 7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3" name="TextBox 7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4" name="TextBox 70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5" name="TextBox 70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6" name="TextBox 70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7" name="TextBox 70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8" name="TextBox 70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09" name="TextBox 70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0" name="TextBox 7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1" name="TextBox 7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2" name="TextBox 7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3" name="TextBox 7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4" name="TextBox 7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5" name="TextBox 7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6" name="TextBox 7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7" name="TextBox 7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8" name="TextBox 7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19" name="TextBox 7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0" name="TextBox 7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1" name="TextBox 7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2" name="TextBox 7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3" name="TextBox 7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4" name="TextBox 7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5" name="TextBox 7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6" name="TextBox 7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7" name="TextBox 7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8" name="TextBox 7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29" name="TextBox 7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0" name="TextBox 7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1" name="TextBox 7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2" name="TextBox 7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3" name="TextBox 7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4" name="TextBox 7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5" name="TextBox 7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6" name="TextBox 7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7" name="TextBox 7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8" name="TextBox 7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39" name="TextBox 7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0" name="TextBox 7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1" name="TextBox 7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2" name="TextBox 7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3" name="TextBox 7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4" name="TextBox 7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5" name="TextBox 7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6" name="TextBox 7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7" name="TextBox 7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8" name="TextBox 7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49" name="TextBox 7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0" name="TextBox 7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1" name="TextBox 7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2" name="TextBox 7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3" name="TextBox 7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4" name="TextBox 7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5" name="TextBox 7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6" name="TextBox 7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7" name="TextBox 7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8" name="TextBox 7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59" name="TextBox 7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0" name="TextBox 7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1" name="TextBox 7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2" name="TextBox 7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3" name="TextBox 7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4" name="TextBox 7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5" name="TextBox 7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6" name="TextBox 7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7" name="TextBox 7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8" name="TextBox 7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69" name="TextBox 7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0" name="TextBox 7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1" name="TextBox 7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2" name="TextBox 7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3" name="TextBox 7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4" name="TextBox 7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5" name="TextBox 7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6" name="TextBox 7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7" name="TextBox 7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8" name="TextBox 7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79" name="TextBox 7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0" name="TextBox 7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1" name="TextBox 7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2" name="TextBox 7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3" name="TextBox 7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4" name="TextBox 7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5" name="TextBox 7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6" name="TextBox 7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7" name="TextBox 7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8" name="TextBox 7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89" name="TextBox 7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0" name="TextBox 7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1" name="TextBox 7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2" name="TextBox 7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3" name="TextBox 7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4" name="TextBox 7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5" name="TextBox 7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6" name="TextBox 7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7" name="TextBox 7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8" name="TextBox 7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799" name="TextBox 7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0" name="TextBox 8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1" name="TextBox 8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2" name="TextBox 8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3" name="TextBox 8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4" name="TextBox 80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5" name="TextBox 80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6" name="TextBox 80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7" name="TextBox 80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8" name="TextBox 80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09" name="TextBox 80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0" name="TextBox 8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1" name="TextBox 8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2" name="TextBox 8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3" name="TextBox 8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4" name="TextBox 8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5" name="TextBox 8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6" name="TextBox 8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7" name="TextBox 8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8" name="TextBox 8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19" name="TextBox 8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0" name="TextBox 8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1" name="TextBox 8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2" name="TextBox 8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3" name="TextBox 8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4" name="TextBox 8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5" name="TextBox 8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6" name="TextBox 8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7" name="TextBox 8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8" name="TextBox 8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29" name="TextBox 8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0" name="TextBox 8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1" name="TextBox 8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2" name="TextBox 8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3" name="TextBox 8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4" name="TextBox 8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5" name="TextBox 8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6" name="TextBox 8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7" name="TextBox 8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8" name="TextBox 8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39" name="TextBox 8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0" name="TextBox 8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1" name="TextBox 8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2" name="TextBox 8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3" name="TextBox 8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4" name="TextBox 8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5" name="TextBox 8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6" name="TextBox 8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7" name="TextBox 8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8" name="TextBox 8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49" name="TextBox 8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0" name="TextBox 8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1" name="TextBox 8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2" name="TextBox 8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3" name="TextBox 8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4" name="TextBox 8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5" name="TextBox 8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6" name="TextBox 8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7" name="TextBox 8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8" name="TextBox 8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59" name="TextBox 8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0" name="TextBox 8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1" name="TextBox 8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2" name="TextBox 8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3" name="TextBox 8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4" name="TextBox 8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5" name="TextBox 8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6" name="TextBox 8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7" name="TextBox 8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8" name="TextBox 8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69" name="TextBox 8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0" name="TextBox 8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1" name="TextBox 8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2" name="TextBox 8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3" name="TextBox 8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4" name="TextBox 8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5" name="TextBox 8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6" name="TextBox 8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7" name="TextBox 8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8" name="TextBox 8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79" name="TextBox 8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0" name="TextBox 8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1" name="TextBox 8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2" name="TextBox 8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3" name="TextBox 8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4" name="TextBox 8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5" name="TextBox 8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6" name="TextBox 8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7" name="TextBox 8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8" name="TextBox 8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89" name="TextBox 8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0" name="TextBox 8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1" name="TextBox 8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2" name="TextBox 8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3" name="TextBox 8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4" name="TextBox 8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5" name="TextBox 8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6" name="TextBox 8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7" name="TextBox 8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8" name="TextBox 8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899" name="TextBox 8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0" name="TextBox 9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1" name="TextBox 9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2" name="TextBox 9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3" name="TextBox 9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4" name="TextBox 90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5" name="TextBox 90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6" name="TextBox 90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7" name="TextBox 90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8" name="TextBox 90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09" name="TextBox 90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0" name="TextBox 91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1" name="TextBox 91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2" name="TextBox 91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3" name="TextBox 91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4" name="TextBox 91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5" name="TextBox 91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6" name="TextBox 91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7" name="TextBox 91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8" name="TextBox 91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19" name="TextBox 91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0" name="TextBox 92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1" name="TextBox 92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2" name="TextBox 92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3" name="TextBox 92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4" name="TextBox 92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5" name="TextBox 92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6" name="TextBox 92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7" name="TextBox 92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8" name="TextBox 92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29" name="TextBox 92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0" name="TextBox 93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1" name="TextBox 93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2" name="TextBox 93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3" name="TextBox 93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4" name="TextBox 93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5" name="TextBox 93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6" name="TextBox 93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7" name="TextBox 93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8" name="TextBox 93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39" name="TextBox 93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0" name="TextBox 94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1" name="TextBox 94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2" name="TextBox 94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3" name="TextBox 94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4" name="TextBox 94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5" name="TextBox 94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6" name="TextBox 94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7" name="TextBox 94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8" name="TextBox 94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49" name="TextBox 94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0" name="TextBox 95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1" name="TextBox 95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2" name="TextBox 95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3" name="TextBox 95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4" name="TextBox 95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5" name="TextBox 95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6" name="TextBox 95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7" name="TextBox 95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8" name="TextBox 95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59" name="TextBox 95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0" name="TextBox 96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1" name="TextBox 96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2" name="TextBox 96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3" name="TextBox 96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4" name="TextBox 96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5" name="TextBox 96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6" name="TextBox 96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7" name="TextBox 96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8" name="TextBox 96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69" name="TextBox 96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0" name="TextBox 97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1" name="TextBox 97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2" name="TextBox 97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3" name="TextBox 97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4" name="TextBox 97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5" name="TextBox 97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6" name="TextBox 97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7" name="TextBox 97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8" name="TextBox 97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79" name="TextBox 97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0" name="TextBox 98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1" name="TextBox 98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2" name="TextBox 98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3" name="TextBox 98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4" name="TextBox 98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5" name="TextBox 98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6" name="TextBox 98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7" name="TextBox 98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8" name="TextBox 98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89" name="TextBox 98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0" name="TextBox 99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1" name="TextBox 99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2" name="TextBox 99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3" name="TextBox 99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4" name="TextBox 994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5" name="TextBox 995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6" name="TextBox 996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7" name="TextBox 997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8" name="TextBox 998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999" name="TextBox 999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00" name="TextBox 1000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01" name="TextBox 1001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02" name="TextBox 1002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  <p:sp>
        <p:nvSpPr>
          <p:cNvPr id="1003" name="TextBox 1003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Layout box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>
        <a:buFont typeface="Arial"/>
        <a:buChar char="•"/>
        <a:defRPr sz="24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