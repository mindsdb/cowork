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mp4" ContentType="video/mp4"/>
  <Default Extension="m4a" ContentType="audi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lvl1pPr>
      <a:defRPr sz="1800">
        <a:solidFill>
          <a:schemeClr val="tx1"/>
        </a:solidFill>
      </a:defRPr>
    </a:lvl1pPr>
  </p:defaultTextStyle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Bar"/>
          <p:cNvSpPr/>
          <p:nvPr userDrawn="1"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>
          <a:solidFill>
            <a:schemeClr val="tx1"/>
          </a:solidFill>
          <a:latin typeface="+mj-lt"/>
        </a:defRPr>
      </a:lvl1pPr>
    </p:titleStyle>
    <p:bodyStyle>
      <a:lvl1pPr marL="228600" indent="-228600">
        <a:buFont typeface="Arial"/>
        <a:buChar char="•"/>
        <a:defRPr sz="2800">
          <a:solidFill>
            <a:schemeClr val="tx1"/>
          </a:solidFill>
          <a:latin typeface="+mn-lt"/>
        </a:defRPr>
      </a:lvl1pPr>
      <a:lvl2pPr marL="685800" indent="-228600">
        <a:buFont typeface="Arial"/>
        <a:buChar char="•"/>
        <a:defRPr sz="2400">
          <a:solidFill>
            <a:schemeClr val="tx1"/>
          </a:solidFill>
          <a:latin typeface="+mn-lt"/>
        </a:defRPr>
      </a:lvl2pPr>
    </p:bodyStyle>
    <p:otherStyle>
      <a:lvl1pPr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https://example.com/pptx-linked-picture.png" TargetMode="External"/><Relationship Id="rId3" Type="http://schemas.openxmlformats.org/officeDocument/2006/relationships/image" Target="https://docs.google.com/pptx-external-embed.png" TargetMode="External"/><Relationship Id="rId4" Type="http://schemas.openxmlformats.org/officeDocument/2006/relationships/image" Target="https://drive.google.com/pptx-internal-url.png"/><Relationship Id="rId5" Type="http://schemas.openxmlformats.org/officeDocument/2006/relationships/image" Target="../../../pptx-outside-package.png"/><Relationship Id="rId6" Type="http://schemas.openxmlformats.org/officeDocument/2006/relationships/video" Target="http://localhost:5210/pptx-linked-video.mp4" TargetMode="External"/><Relationship Id="rId7" Type="http://schemas.openxmlformats.org/officeDocument/2006/relationships/audio" Target="http://127.0.0.1:5210/pptx-linked-audio.m4a" TargetMode="External"/><Relationship Id="rId8" Type="http://schemas.openxmlformats.org/officeDocument/2006/relationships/hyperlink" Target="https://docs.google.com/document/d/pptx-hyperlink" TargetMode="External"/><Relationship Id="rId9" Type="http://schemas.openxmlformats.org/officeDocument/2006/relationships/hyperlink" Target="javascript:parent.postMessage(&apos;pptx-javascript-link&apos;,&apos;*&apos;)" TargetMode="External"/><Relationship Id="rId10" Type="http://schemas.openxmlformats.org/officeDocument/2006/relationships/hyperlink" Target="http://127.0.0.1:5210/pptx-origin-lin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laceholder 2"/>
          <p:cNvSpPr/>
          <p:nvPr>
            <p:ph type="title"/>
          </p:nvPr>
        </p:nvSpPr>
        <p:spPr/>
        <p:txBody>
          <a:bodyPr wrap="square"/>
          <a:lstStyle/>
          <a:p>
            <a:r>
              <a:rPr lang="en-US" dirty="0"/>
              <a:t>Linked media</a:t>
            </a:r>
          </a:p>
        </p:txBody>
      </p:sp>
      <p:pic>
        <p:nvPicPr>
          <p:cNvPr id="3" name="Picture 3"/>
          <p:cNvPicPr/>
          <p:nvPr/>
        </p:nvPicPr>
        <p:blipFill>
          <a:blip r:link="rId2"/>
          <a:stretch>
            <a:fillRect/>
          </a:stretch>
        </p:blipFill>
        <p:spPr>
          <a:xfrm>
            <a:off x="838200" y="1825625"/>
            <a:ext cx="2438400" cy="1828800"/>
          </a:xfrm>
          <a:prstGeom prst="rect">
            <a:avLst/>
          </a:prstGeom>
        </p:spPr>
      </p:pic>
      <p:pic>
        <p:nvPicPr>
          <p:cNvPr id="4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3429000" y="1825625"/>
            <a:ext cx="2438400" cy="1828800"/>
          </a:xfrm>
          <a:prstGeom prst="rect">
            <a:avLst/>
          </a:prstGeom>
        </p:spPr>
      </p:pic>
      <p:pic>
        <p:nvPicPr>
          <p:cNvPr id="5" name="Picture 5"/>
          <p:cNvPicPr/>
          <p:nvPr/>
        </p:nvPicPr>
        <p:blipFill>
          <a:blip r:embed="rId4"/>
          <a:stretch>
            <a:fillRect/>
          </a:stretch>
        </p:blipFill>
        <p:spPr>
          <a:xfrm>
            <a:off x="6019800" y="1825625"/>
            <a:ext cx="2438400" cy="1828800"/>
          </a:xfrm>
          <a:prstGeom prst="rect">
            <a:avLst/>
          </a:prstGeom>
        </p:spPr>
      </p:pic>
      <p:pic>
        <p:nvPicPr>
          <p:cNvPr id="6" name="Picture 6"/>
          <p:cNvPicPr/>
          <p:nvPr/>
        </p:nvPicPr>
        <p:blipFill>
          <a:blip r:embed="rId5"/>
          <a:stretch>
            <a:fillRect/>
          </a:stretch>
        </p:blipFill>
        <p:spPr>
          <a:xfrm>
            <a:off x="8610600" y="1825625"/>
            <a:ext cx="2438400" cy="1828800"/>
          </a:xfrm>
          <a:prstGeom prst="rect">
            <a:avLst/>
          </a:prstGeom>
        </p:spPr>
      </p:pic>
      <p:pic>
        <p:nvPicPr>
          <p:cNvPr id="7" name="Video 7"/>
          <p:cNvPicPr/>
          <p:nvPr>
            <a:videoFile r:link="rId6"/>
          </p:nvPr>
        </p:nvPicPr>
        <p:blipFill>
          <a:blip/>
          <a:stretch>
            <a:fillRect/>
          </a:stretch>
        </p:blipFill>
        <p:spPr>
          <a:xfrm>
            <a:off x="838200" y="3810000"/>
            <a:ext cx="2438400" cy="1371600"/>
          </a:xfrm>
          <a:prstGeom prst="rect">
            <a:avLst/>
          </a:prstGeom>
        </p:spPr>
      </p:pic>
      <p:pic>
        <p:nvPicPr>
          <p:cNvPr id="8" name="Audio 8"/>
          <p:cNvPicPr/>
          <p:nvPr>
            <a:audioFile r:link="rId7"/>
          </p:nvPr>
        </p:nvPicPr>
        <p:blipFill>
          <a:blip/>
          <a:stretch>
            <a:fillRect/>
          </a:stretch>
        </p:blipFill>
        <p:spPr>
          <a:xfrm>
            <a:off x="3429000" y="3810000"/>
            <a:ext cx="1371600" cy="1371600"/>
          </a:xfrm>
          <a:prstGeom prst="rect">
            <a:avLst/>
          </a:prstGeom>
        </p:spPr>
      </p:pic>
      <p:sp>
        <p:nvSpPr>
          <p:cNvPr id="9" name="TextBox 9"/>
          <p:cNvSpPr/>
          <p:nvPr/>
        </p:nvSpPr>
        <p:spPr>
          <a:xfrm>
            <a:off x="5181600" y="3810000"/>
            <a:ext cx="6172200" cy="182880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>
                <a:hlinkClick r:id="rId8"/>
              </a:rPr>
              <a:t>A link to a document</a:t>
            </a:r>
          </a:p>
          <a:p>
            <a:r>
              <a:rPr lang="en-US" dirty="0">
                <a:hlinkClick r:id="rId9"/>
              </a:rPr>
              <a:t>A script link</a:t>
            </a:r>
          </a:p>
          <a:p>
            <a:r>
              <a:rPr lang="en-US" dirty="0">
                <a:hlinkClick r:id="rId10"/>
              </a:rPr>
              <a:t>A link to the page origin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xtur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