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4a" ContentType="audi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>
      <a:defRPr sz="1800">
        <a:solidFill>
          <a:schemeClr val="tx1"/>
        </a:solidFill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>
        <a:buFont typeface="Arial"/>
        <a:buChar char="•"/>
        <a:defRPr sz="2400">
          <a:solidFill>
            <a:schemeClr val="tx1"/>
          </a:solidFill>
          <a:latin typeface="+mn-lt"/>
        </a:defRPr>
      </a:lvl2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1524000" y="1143000"/>
            <a:ext cx="4572000" cy="3048000"/>
          </a:xfrm>
          <a:prstGeom prst="rect">
            <a:avLst/>
          </a:prstGeom>
          <a:solidFill>
            <a:srgbClr val="A5A5A5"/>
          </a:solidFill>
        </p:spPr>
        <p:txBody>
          <a:bodyPr wrap="square"/>
          <a:lstStyle/>
          <a:p>
            <a:r>
              <a:rPr lang="en-US" sz="2400" dirty="0"/>
              <a:t>Back shape</a:t>
            </a:r>
          </a:p>
        </p:txBody>
      </p:sp>
      <p:sp>
        <p:nvSpPr>
          <p:cNvPr id="3" name="TextBox 3"/>
          <p:cNvSpPr/>
          <p:nvPr/>
        </p:nvSpPr>
        <p:spPr>
          <a:xfrm>
            <a:off x="3048000" y="1905000"/>
            <a:ext cx="4572000" cy="3048000"/>
          </a:xfrm>
          <a:prstGeom prst="ellipse">
            <a:avLst/>
          </a:prstGeom>
          <a:solidFill>
            <a:srgbClr val="ED7D31"/>
          </a:solidFill>
        </p:spPr>
        <p:txBody>
          <a:bodyPr wrap="square"/>
          <a:lstStyle/>
          <a:p>
            <a:pPr algn="ctr"/>
            <a:r>
              <a:rPr lang="en-US" sz="2400" dirty="0"/>
              <a:t>Middle shape</a:t>
            </a:r>
          </a:p>
        </p:txBody>
      </p:sp>
      <p:sp>
        <p:nvSpPr>
          <p:cNvPr id="4" name="TextBox 4"/>
          <p:cNvSpPr/>
          <p:nvPr/>
        </p:nvSpPr>
        <p:spPr>
          <a:xfrm rot="900000">
            <a:off x="4572000" y="2667000"/>
            <a:ext cx="4572000" cy="3048000"/>
          </a:xfrm>
          <a:prstGeom prst="rect">
            <a:avLst/>
          </a:prstGeom>
          <a:solidFill>
            <a:srgbClr val="4472C4"/>
          </a:solidFill>
          <a:ln w="12700">
            <a:solidFill>
              <a:srgbClr val="000000"/>
            </a:solidFill>
          </a:ln>
        </p:spPr>
        <p:txBody>
          <a:bodyPr wrap="square"/>
          <a:lstStyle/>
          <a:p>
            <a:r>
              <a:rPr lang="en-US" sz="2400" dirty="0">
                <a:solidFill>
                  <a:srgbClr val="FFFFFF"/>
                </a:solidFill>
              </a:rPr>
              <a:t>Front shape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82000" y="457200"/>
            <a:ext cx="3048000" cy="2286000"/>
            <a:chOff x="0" y="0"/>
            <a:chExt cx="4000" cy="3000"/>
          </a:xfrm>
        </p:grpSpPr>
        <p:sp>
          <p:nvSpPr>
            <p:cNvPr id="6" name="TextBox 6"/>
            <p:cNvSpPr/>
            <p:nvPr/>
          </p:nvSpPr>
          <p:spPr>
            <a:xfrm>
              <a:off x="0" y="0"/>
              <a:ext cx="3000" cy="2000"/>
            </a:xfrm>
            <a:prstGeom prst="rect">
              <a:avLst/>
            </a:prstGeom>
            <a:solidFill>
              <a:srgbClr val="70AD47"/>
            </a:solidFill>
          </p:spPr>
          <p:txBody>
            <a:bodyPr wrap="square"/>
            <a:lstStyle/>
            <a:p>
              <a:r>
                <a:rPr lang="en-US" dirty="0"/>
                <a:t>Group back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1000" y="1000"/>
              <a:ext cx="3000" cy="200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/>
            <a:lstStyle/>
            <a:p>
              <a:r>
                <a:rPr lang="en-US" dirty="0"/>
                <a:t>Group front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