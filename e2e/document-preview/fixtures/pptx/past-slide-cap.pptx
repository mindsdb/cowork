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mp4" ContentType="video/mp4"/>
  <Default Extension="m4a" ContentType="audi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</p:sldIdLst>
  <p:sldSz cx="12192000" cy="6858000"/>
  <p:notesSz cx="6858000" cy="9144000"/>
  <p:defaultTextStyle>
    <a:lvl1pPr>
      <a:defRPr sz="1800">
        <a:solidFill>
          <a:schemeClr val="tx1"/>
        </a:solidFill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slide" Target="slides/slide277.xml"/><Relationship Id="rId279" Type="http://schemas.openxmlformats.org/officeDocument/2006/relationships/slide" Target="slides/slide278.xml"/><Relationship Id="rId280" Type="http://schemas.openxmlformats.org/officeDocument/2006/relationships/slide" Target="slides/slide279.xml"/><Relationship Id="rId281" Type="http://schemas.openxmlformats.org/officeDocument/2006/relationships/slide" Target="slides/slide280.xml"/><Relationship Id="rId282" Type="http://schemas.openxmlformats.org/officeDocument/2006/relationships/slide" Target="slides/slide281.xml"/><Relationship Id="rId283" Type="http://schemas.openxmlformats.org/officeDocument/2006/relationships/slide" Target="slides/slide282.xml"/><Relationship Id="rId284" Type="http://schemas.openxmlformats.org/officeDocument/2006/relationships/slide" Target="slides/slide283.xml"/><Relationship Id="rId285" Type="http://schemas.openxmlformats.org/officeDocument/2006/relationships/slide" Target="slides/slide284.xml"/><Relationship Id="rId286" Type="http://schemas.openxmlformats.org/officeDocument/2006/relationships/slide" Target="slides/slide285.xml"/><Relationship Id="rId287" Type="http://schemas.openxmlformats.org/officeDocument/2006/relationships/slide" Target="slides/slide286.xml"/><Relationship Id="rId288" Type="http://schemas.openxmlformats.org/officeDocument/2006/relationships/slide" Target="slides/slide287.xml"/><Relationship Id="rId289" Type="http://schemas.openxmlformats.org/officeDocument/2006/relationships/slide" Target="slides/slide288.xml"/><Relationship Id="rId290" Type="http://schemas.openxmlformats.org/officeDocument/2006/relationships/slide" Target="slides/slide289.xml"/><Relationship Id="rId291" Type="http://schemas.openxmlformats.org/officeDocument/2006/relationships/slide" Target="slides/slide290.xml"/><Relationship Id="rId292" Type="http://schemas.openxmlformats.org/officeDocument/2006/relationships/slide" Target="slides/slide291.xml"/><Relationship Id="rId293" Type="http://schemas.openxmlformats.org/officeDocument/2006/relationships/slide" Target="slides/slide292.xml"/><Relationship Id="rId294" Type="http://schemas.openxmlformats.org/officeDocument/2006/relationships/slide" Target="slides/slide293.xml"/><Relationship Id="rId295" Type="http://schemas.openxmlformats.org/officeDocument/2006/relationships/slide" Target="slides/slide294.xml"/><Relationship Id="rId296" Type="http://schemas.openxmlformats.org/officeDocument/2006/relationships/slide" Target="slides/slide295.xml"/><Relationship Id="rId297" Type="http://schemas.openxmlformats.org/officeDocument/2006/relationships/slide" Target="slides/slide296.xml"/><Relationship Id="rId298" Type="http://schemas.openxmlformats.org/officeDocument/2006/relationships/slide" Target="slides/slide297.xml"/><Relationship Id="rId299" Type="http://schemas.openxmlformats.org/officeDocument/2006/relationships/slide" Target="slides/slide298.xml"/><Relationship Id="rId300" Type="http://schemas.openxmlformats.org/officeDocument/2006/relationships/slide" Target="slides/slide299.xml"/><Relationship Id="rId301" Type="http://schemas.openxmlformats.org/officeDocument/2006/relationships/slide" Target="slides/slide300.xml"/><Relationship Id="rId302" Type="http://schemas.openxmlformats.org/officeDocument/2006/relationships/slide" Target="slides/slide301.xml"/><Relationship Id="rId30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>
          <a:solidFill>
            <a:schemeClr val="tx1"/>
          </a:solidFill>
          <a:latin typeface="+mj-lt"/>
        </a:defRPr>
      </a:lvl1pPr>
    </p:titleStyle>
    <p:bodyStyle>
      <a:lvl1pPr marL="228600" indent="-228600">
        <a:buFont typeface="Arial"/>
        <a:buChar char="•"/>
        <a:defRPr sz="2800">
          <a:solidFill>
            <a:schemeClr val="tx1"/>
          </a:solidFill>
          <a:latin typeface="+mn-lt"/>
        </a:defRPr>
      </a:lvl1pPr>
      <a:lvl2pPr marL="685800" indent="-228600">
        <a:buFont typeface="Arial"/>
        <a:buChar char="•"/>
        <a:defRPr sz="2400">
          <a:solidFill>
            <a:schemeClr val="tx1"/>
          </a:solidFill>
          <a:latin typeface="+mn-lt"/>
        </a:defRPr>
      </a:lvl2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252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253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255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256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257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258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259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260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261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262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263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264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265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266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267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268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269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270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271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273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274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275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276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277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278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279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280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281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282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283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284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285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286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287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288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289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290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291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292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293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294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295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296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297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298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299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300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838200" y="2743200"/>
            <a:ext cx="10515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 sz="4000" dirty="0"/>
              <a:t>Slide 301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