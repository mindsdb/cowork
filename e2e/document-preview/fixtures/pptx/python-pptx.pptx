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deck python-pptx wrote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Bullets from the master</a:t>
            </a:r>
          </a:p>
          <a:p>
            <a:r>
              <a:t>Boxes from the layout</a:t>
            </a:r>
          </a:p>
          <a:p>
            <a:r>
              <a:t>Fonts from the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 placeholder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3333" r="33333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The picture is cropped to the 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connector and a wide outline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914400" y="1828800"/>
            <a:ext cx="2743200" cy="274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six point outline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4572000" y="4343400"/>
            <a:ext cx="2743200" cy="137160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 inverse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